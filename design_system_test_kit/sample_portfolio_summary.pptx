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Portfolio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Q4 2025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31937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Active 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2860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31937"/>
                </a:solidFill>
                <a:latin typeface="Arial"/>
              </a:defRPr>
            </a:pPr>
            <a:r>
              <a:t>4.2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47472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Total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860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3193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47472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States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2860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31937"/>
                </a:solidFill>
                <a:latin typeface="Arial"/>
              </a:defRPr>
            </a:pPr>
            <a:r>
              <a:t>$1.2B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347472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Total Investment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Site Status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MW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Date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Rogers County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Q2 2028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Mayes Industrial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750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Due Diligence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Q4 2028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Pinal Solar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Q1 2026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Navajo Gateway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NM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Permitting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Q3 2027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West Texas 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Q1 2029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Q4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Close Rogers County PSA by December 15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Complete Mayes Industrial site assessment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Submit Pinal Solar construction permits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Finalize transformer procurement for 3 sites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Begin Navajo Gateway environmental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Supply Chain: Transformer lead times extending - secured slots with 2 manufacturers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Regulatory: ERCOT interconnection delays - pursuing fast-track options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Market: Power prices volatile - hedging strategies in place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Execution: Resource constraints - adding 2 project managers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